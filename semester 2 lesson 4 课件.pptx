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8"/>
  </p:notesMasterIdLst>
  <p:sldIdLst>
    <p:sldId id="256" r:id="rId2"/>
    <p:sldId id="430" r:id="rId3"/>
    <p:sldId id="431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</p:sldIdLst>
  <p:sldSz cx="9144000" cy="5143500" type="screen16x9"/>
  <p:notesSz cx="6858000" cy="9144000"/>
  <p:embeddedFontLst>
    <p:embeddedFont>
      <p:font typeface="Didact Gothic" panose="02010600030101010101" charset="0"/>
      <p:regular r:id="rId29"/>
    </p:embeddedFont>
    <p:embeddedFont>
      <p:font typeface="Amatic SC" panose="02010600030101010101" charset="-79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6026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</a:t>
            </a:r>
            <a:r>
              <a:rPr lang="en" sz="3200" dirty="0" smtClean="0"/>
              <a:t>4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Question: can we make a dashed line?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83" y="1860165"/>
            <a:ext cx="4562475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98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New function: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Penup</a:t>
            </a:r>
            <a:r>
              <a:rPr lang="en-US" altLang="zh-CN" sz="1800" dirty="0" smtClean="0">
                <a:solidFill>
                  <a:schemeClr val="tx1"/>
                </a:solidFill>
              </a:rPr>
              <a:t>()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122" y="2670470"/>
            <a:ext cx="17621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962" y="1950451"/>
            <a:ext cx="330517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10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New function: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Pendown</a:t>
            </a:r>
            <a:r>
              <a:rPr lang="en-US" altLang="zh-CN" sz="1800" dirty="0" smtClean="0">
                <a:solidFill>
                  <a:schemeClr val="tx1"/>
                </a:solidFill>
              </a:rPr>
              <a:t>()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415473"/>
            <a:ext cx="188595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830" y="2237982"/>
            <a:ext cx="3378191" cy="183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642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try to make a dashed line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83" y="1860165"/>
            <a:ext cx="4562475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35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try to make a dashed line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One possible solution: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91" y="2269896"/>
            <a:ext cx="2734848" cy="1530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320" y="2361766"/>
            <a:ext cx="20859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210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New content: Fill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810" y="2039341"/>
            <a:ext cx="2696850" cy="233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63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In the “setting” section, add a new line: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You can change “red” to whatever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you like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58" y="2656182"/>
            <a:ext cx="32385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828" y="1875106"/>
            <a:ext cx="1800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933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In the “setting” section, add a new line: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You can change “red” to whatever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you like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58" y="2656182"/>
            <a:ext cx="32385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828" y="1875106"/>
            <a:ext cx="1800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70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draw a red square,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Currently, this draws the frame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Of the square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726" y="2906019"/>
            <a:ext cx="22383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70" y="1978080"/>
            <a:ext cx="2320142" cy="2262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88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 enclose the whole for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Loop with begin-fill and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End-fill: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833" y="2741009"/>
            <a:ext cx="20288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77" y="1942090"/>
            <a:ext cx="2408952" cy="221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024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Similarly, let’s draw a orange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Triangle: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970" y="2335258"/>
            <a:ext cx="2352675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95" y="1824077"/>
            <a:ext cx="283845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772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draw a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colouored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5 pointed star. Remember, This 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draws the frame of the star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165" y="3032420"/>
            <a:ext cx="19431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38" y="1952763"/>
            <a:ext cx="2321059" cy="215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955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draw a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colouored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5 pointed star. Remember, This 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draws the frame of the star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658" y="2670470"/>
            <a:ext cx="24003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973" y="1958157"/>
            <a:ext cx="2421228" cy="2106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2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draw a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coloured</a:t>
            </a:r>
            <a:r>
              <a:rPr lang="en-US" altLang="zh-CN" sz="1800" dirty="0" smtClean="0">
                <a:solidFill>
                  <a:schemeClr val="tx1"/>
                </a:solidFill>
              </a:rPr>
              <a:t> circle!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431" y="2034162"/>
            <a:ext cx="2360120" cy="2195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12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draw a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coloured</a:t>
            </a:r>
            <a:r>
              <a:rPr lang="en-US" altLang="zh-CN" sz="1800" dirty="0" smtClean="0">
                <a:solidFill>
                  <a:schemeClr val="tx1"/>
                </a:solidFill>
              </a:rPr>
              <a:t> circle!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730" y="2265832"/>
            <a:ext cx="222885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77" y="1834256"/>
            <a:ext cx="2337582" cy="247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57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try something a bit different…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What if we try to enclose this with begin-fill and end-fill?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46" y="2470911"/>
            <a:ext cx="16478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862" y="2237658"/>
            <a:ext cx="32385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024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try something a bit different…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What if we try to enclose this with begin-fill and end-fill?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It auto-completes the shape!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26" y="2415473"/>
            <a:ext cx="17240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835" y="2265346"/>
            <a:ext cx="2880182" cy="1669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44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try something a bit different…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What if we try to enclose this with begin-fill and end-fill?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 even if the shape isn’t closed, we can still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it.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26" y="2415473"/>
            <a:ext cx="17240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835" y="2265346"/>
            <a:ext cx="2880182" cy="1669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47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However, this doesn’t work if you just have one line.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2465388"/>
            <a:ext cx="16668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947" y="2330562"/>
            <a:ext cx="21050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387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Fun exercise! Choose your own adventure and create a cool looking shape with whatever you can do.</a:t>
            </a:r>
          </a:p>
        </p:txBody>
      </p:sp>
    </p:spTree>
    <p:extLst>
      <p:ext uri="{BB962C8B-B14F-4D97-AF65-F5344CB8AC3E}">
        <p14:creationId xmlns:p14="http://schemas.microsoft.com/office/powerpoint/2010/main" val="406627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400" dirty="0" smtClean="0">
                <a:solidFill>
                  <a:schemeClr val="tx1"/>
                </a:solidFill>
              </a:rPr>
              <a:t>Fun exercise! Choose your own adventure and create a cool looking shape with whatever you can do.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400" dirty="0" smtClean="0">
                <a:solidFill>
                  <a:schemeClr val="tx1"/>
                </a:solidFill>
              </a:rPr>
              <a:t>If you don’t know where to get started, this is some random shape I’ve made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451" y="2318843"/>
            <a:ext cx="2013832" cy="2029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77" y="2415473"/>
            <a:ext cx="1930216" cy="1978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683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mess around with the fill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176" y="2079939"/>
            <a:ext cx="3211663" cy="203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627" y="2014690"/>
            <a:ext cx="2159631" cy="216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582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Final Challenge: try to make a flower with random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petals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Possible scaffold: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815" y="1957541"/>
            <a:ext cx="246697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32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My version of the flower frame.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There are many other  possible flower styles. Now we just need to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each petal with a random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96" y="2322709"/>
            <a:ext cx="2004242" cy="2047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608" y="2258086"/>
            <a:ext cx="2352636" cy="2176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57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82" y="1386206"/>
            <a:ext cx="2902475" cy="3119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370" y="1607866"/>
            <a:ext cx="2917602" cy="279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971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</TotalTime>
  <Words>399</Words>
  <Application>Microsoft Office PowerPoint</Application>
  <PresentationFormat>On-screen Show (16:9)</PresentationFormat>
  <Paragraphs>92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Didact Gothic</vt:lpstr>
      <vt:lpstr>Arial</vt:lpstr>
      <vt:lpstr>Amatic SC</vt:lpstr>
      <vt:lpstr>Giant Doodles Newsletter by Slidesgo</vt:lpstr>
      <vt:lpstr>Python week 4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89</cp:revision>
  <dcterms:modified xsi:type="dcterms:W3CDTF">2026-08-16T02:40:00Z</dcterms:modified>
</cp:coreProperties>
</file>